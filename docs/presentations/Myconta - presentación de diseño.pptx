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14.png" ContentType="image/png"/>
  <Override PartName="/ppt/media/image7.svg" ContentType="image/svg"/>
  <Override PartName="/ppt/media/image10.png" ContentType="image/png"/>
  <Override PartName="/ppt/media/image3.svg" ContentType="image/svg"/>
  <Override PartName="/ppt/media/image6.png" ContentType="image/png"/>
  <Override PartName="/ppt/media/image4.png" ContentType="image/png"/>
  <Override PartName="/ppt/media/image8.png" ContentType="image/png"/>
  <Override PartName="/ppt/media/image5.svg" ContentType="image/svg"/>
  <Override PartName="/ppt/media/image12.png" ContentType="image/png"/>
  <Override PartName="/ppt/media/image9.svg" ContentType="image/svg"/>
  <Override PartName="/ppt/media/image16.png" ContentType="image/png"/>
  <Override PartName="/ppt/media/image11.svg" ContentType="image/svg"/>
  <Override PartName="/ppt/media/image13.svg" ContentType="image/svg"/>
  <Override PartName="/ppt/media/image15.svg" ContentType="image/svg"/>
  <Override PartName="/ppt/media/image17.svg" ContentType="image/svg"/>
  <Override PartName="/ppt/media/image18.png" ContentType="image/png"/>
  <Override PartName="/ppt/media/image19.svg" ContentType="image/svg"/>
  <Override PartName="/ppt/media/image20.png" ContentType="image/png"/>
  <Override PartName="/ppt/media/image21.svg" ContentType="image/svg"/>
  <Override PartName="/ppt/media/image22.png" ContentType="image/png"/>
  <Override PartName="/ppt/media/image23.svg" ContentType="image/svg"/>
  <Override PartName="/ppt/media/image24.png" ContentType="image/png"/>
  <Override PartName="/ppt/media/image25.svg" ContentType="image/svg"/>
  <Override PartName="/ppt/media/image26.png" ContentType="image/png"/>
  <Override PartName="/ppt/media/image27.svg" ContentType="image/sv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99F7E-E850-44E5-BF84-642AFFA9A7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3239D8-3277-4554-BBD0-39F9FEC714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CB8643-CB51-4BF8-B7AA-C2DA0D1C07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&lt;fecha/hora&gt;</a:t>
            </a:r>
            <a:endParaRPr b="0" lang="es-MX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D1344E8-33D0-4437-B2DA-1CFDA04F83F0}" type="slidenum">
              <a:rPr b="0" lang="es-MX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es-MX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sv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sv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svg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svg"/><Relationship Id="rId3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sv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1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Myconta:</a:t>
            </a: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Tu app de finanzas persoanales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Equipo conformado por: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Luis Sebastian Morales Martínez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Victor Manuel Cruz Beltrán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Monserrath Dillanes Navarrete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Mario Samuel Vitinio Sanchez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Dionicio Emmanuel Benítez Arteaga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Castillo Arizmendi Ali Esthefany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Castrejon Rojas David</a:t>
            </a: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¿Qué es </a:t>
            </a:r>
            <a:r>
              <a:rPr b="1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Myconta</a:t>
            </a: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?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 una aplicación de gestión financiera diseñada para el uso personal.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Requerimentos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MX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Funcionales (RF)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RF-01 Gestión de Cuentas: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realizar el alta, lectura, actualización y borrado de perfiles de cuenta independientes.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RF-02 Gestión de Transacciones: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permitir el registrom, lectura, edición y borrado de movimientos vinculados a una cuenta específica.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RF-03 Lógica de Flujo de Caja: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clasificar cada transacción como Ingreso o Gasto.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RF-04 Clasificación por Categorías: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gestionar un catálogo de categorías personalizables, filtrándolas dinámicamente según el tipo de transacción (Ingreso/Gasto).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RF-05 Análisis y Reportes: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generar visualizaciones gráficas de los movimientos y permitir la exportación de reportes en formatos estándar (ej. PDF o CSV).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RF-06 Segmentación Temporal de Movimientos: 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sistema debe permitir la agrupación y filtrado de transacciones mediante períodos mensuales.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RF-07 Configuración del Sistema: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sistema debe permitir la personalización de preferencias de la aplicación (ej. Modo Claro/Oscuro para la pantalla).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Requerimentos No Funcionales (RNF)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RNF-01 Compatibilidad: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El software debe ser una aplicación ejectuable en Windows (Arquitectura x64).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RNF-02 Guardado de datos: 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almacenamiento de datos debe ser local.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s-MX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Navegación (UX)</a:t>
            </a: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UX-01 Flujo Jerárquico: 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sistema debe implementar un esquema de navegación donde el usuario acceda desde un nodo central hacia vistas específicas.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1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UX-02 Gestión de Pila: </a:t>
            </a:r>
            <a:r>
              <a:rPr b="0" lang="es-MX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 sistema debe permitir el retorno a la vista anterior en cualquier punto de la navegación.</a:t>
            </a:r>
            <a:endParaRPr b="0" lang="es-MX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0">
              <a:spcBef>
                <a:spcPts val="850"/>
              </a:spcBef>
              <a:buNone/>
            </a:pPr>
            <a:endParaRPr b="0" lang="es-MX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Arquitectura de navegación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1508760" y="1172520"/>
            <a:ext cx="7059240" cy="425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Centro de cuentas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Editor de cuentas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Ajustes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Centro de categorías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Editor de categorías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Panel de control de la cuentas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4280" y="1326600"/>
            <a:ext cx="438300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Inicio de la cuenta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9320" y="1326600"/>
            <a:ext cx="437292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Análisis de la cuenta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Configuración de la cuenta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Ingresos de la cuenta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Editor de ingresos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Gastos de la cuenta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Editor de gastos</a:t>
            </a:r>
            <a:endParaRPr b="0" lang="es-MX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MX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173920" y="1326600"/>
            <a:ext cx="4384080" cy="328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2026-02-19T20:24:20Z</dcterms:created>
  <dc:creator/>
  <dc:description/>
  <dc:language>es-MX</dc:language>
  <cp:lastModifiedBy/>
  <dcterms:modified xsi:type="dcterms:W3CDTF">2026-02-19T22:05:07Z</dcterms:modified>
  <cp:revision>5</cp:revision>
  <dc:subject/>
  <dc:title/>
</cp:coreProperties>
</file>